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AUTONOMOUS PATTERN RECOGNIZING</a:t>
            </a:r>
            <a:br/>
            <a:r>
              <a:t>PAINTING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VIT Chennai | Multi-Disciplinary Project | 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DAKSH AGARWAL (25BCE5098)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VARSHA S (25BCE5099)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ABHINAV SUNEESH (25BCE5100)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KARTHIK BILUKUMAR (25BLC1193)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VISHWAJITH VD (25BLC1191)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Guide: Prof. SARAVANAN P, Associate Professor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Traditional wall painting is labor-intensive and physically demanding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Inconsistent coverage due to human fatigue and skill variations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Health hazards from prolonged exposure to paint fumes (VOCs)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Paint wastage from overspray and lack of precision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Difficulty in real-time quality assessment of coverage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High labor costs and extended project timelines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Solution: Smart Automated Painting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Intelligent paint detection using Computer Vision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ESP32-CAM for real-time surface analysis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6-method weighted voting algorithm for robust detection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Grid-based approach (8×12 = 96 cells) for precision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Multiple spray modes: Precision, Continuous, Smart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Web-based monitoring and control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Hardware Layer: ESP32-CAM + Relay Module + Spray Mechanism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Backend Layer: Flask Server with OpenCV Image Processing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User Interface: Responsive Web Dashboard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Communication: WiFi AP Mode (192.168.4.1)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Dual Port Operation: Port 80 (Control) + Port 81 (Video Stream)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Hardware Components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ESP32-CAM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AI Thinker, 2MP Camera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Image capture &amp; WiFi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Relay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GPIO 13, Active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Spray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Spray Mechanism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Solenoid/Motor Pump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Paint application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5V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System power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ESP32-S3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USB Programmer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Firmware flashing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6-Method Weighted Voting Algorithm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Detection 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Adaptive Threshold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Local intensity analysis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Low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Color desaturation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Relative Brightness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HSV brightness analysis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Otsu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Auto global threshold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LAB Lightness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Perceptual brightness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Blurred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Noise-resistant detection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1. ESP32-CAM captures wall surface images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2. Images sent to Flask backend via HTTP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3. Multi-method algorithm detects unpainted areas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4. Surface divided into 8×12 grid (96 cells)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5. Each cell analyzed for paint coverage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6. Smart algorithm selects optimal spray strategy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7. Commands sent to relay for spray control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8. Real-time status displayed on web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Spray Control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Precision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Targets individual cells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Timed spray pulses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Best for isolated areas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Minimal paint usage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Cell-by-cell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Continuous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Extended spray activation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Adjacent cells in one sweep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Faster coverage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30-second safety watchdog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Smart auto-selection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Web Interface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Real-time MJPEG camera stream display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Detection grid overlay visualization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One-click spray controls (Precision/Continuous)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Sensitivity adjustment slider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Mission progress logging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Emergency stop functionality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REST API Endpoints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/video_feed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Live MJPEG stream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/capture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Capture +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/spray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Precision spray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/spray_start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Start continuous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/spray_stop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Stop immediately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/smart_spray_sequence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Auto spray (SSE)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Hardware/Embedded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ESP32-CAM (AI Thinker)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ESP32-S3 for programming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Arduino IDE / C++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Relay Module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5V/12V Power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Software/Backend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Python 3.8+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Flask 2.3+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OpenCV 4.8+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HTML/CSS/JavaScript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• REST APIs / SSE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✓ Intelligent unpainted area detection (90%+ accuracy)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✓ Reduced paint wastage through targeted application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✓ Minimized worker exposure to harmful fumes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✓ Consistent paint coverage quality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✓ Real-time monitoring and control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✓ Cost-effective hardware solution (~₹2000 components)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 Sustainable Development Goals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SDG 3 (Good Health): Reduced exposure to paint fumes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SDG 9 (Industry &amp; Innovation): Industry 4.0 principles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SDG 11 (Sustainable Cities): Better infrastructure maintenance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SDG 12 (Responsible Consumption): Minimized paint wastage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Drone integration for autonomous positioning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Multi-axis robotic arm support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Advanced path planning algorithms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Multi-color paint application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AI-based pattern recognition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Large-scale commercial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1. Clone: git clone https://github.com/daksh1403/mdp.git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2. Install: pip install -r requirements.txt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3. Flash ESP32-CAM with esp32cam.ino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4. Connect to WiFi: PaintSystem / paintdrone123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5. Run: python app.py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6. Open: http://localhost:5000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ESP32-CAM Documentation - Espressif Systems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OpenCV Image Processing Library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Flask Web Framework Documentation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Arduino IDE for ESP32 Programming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GitHub Repository: github.com/daksh1403/mdp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 &amp; Discussion</a:t>
            </a:r>
            <a:br/>
            <a:br/>
            <a:r>
              <a:t>GitHub: github.com/daksh1403/mdp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